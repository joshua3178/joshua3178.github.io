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6adac661a04af4" /><Relationship Type="http://schemas.openxmlformats.org/officeDocument/2006/relationships/extended-properties" Target="/docProps/app.xml" Id="Rdfc3679128b94ec3" /><Relationship Type="http://schemas.openxmlformats.org/officeDocument/2006/relationships/officeDocument" Target="/ppt/presentation.xml" Id="R6a32f308c95d47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f0c7f5949e4fda"/>
  </p:sldMasterIdLst>
  <p:notesMasterIdLst>
    <p:notesMasterId xmlns:r="http://schemas.openxmlformats.org/officeDocument/2006/relationships" r:id="R76a59376f8cc487d"/>
  </p:notesMasterIdLst>
  <p:sldIdLst>
    <p:sldId xmlns:r="http://schemas.openxmlformats.org/officeDocument/2006/relationships" id="256" r:id="R23c79fa572604b64"/>
    <p:sldId xmlns:r="http://schemas.openxmlformats.org/officeDocument/2006/relationships" id="257" r:id="Rc48f70dd4d6a410f"/>
    <p:sldId xmlns:r="http://schemas.openxmlformats.org/officeDocument/2006/relationships" id="258" r:id="R0714e93ec8cd4c87"/>
    <p:sldId xmlns:r="http://schemas.openxmlformats.org/officeDocument/2006/relationships" id="259" r:id="Redaa16be297a4d7d"/>
    <p:sldId xmlns:r="http://schemas.openxmlformats.org/officeDocument/2006/relationships" id="260" r:id="Rddea60dc2b7f47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04c12a8dae4396" /><Relationship Type="http://schemas.openxmlformats.org/officeDocument/2006/relationships/slideMaster" Target="/ppt/slideMasters/slideMaster1.xml" Id="Ra0f0c7f5949e4fda" /><Relationship Type="http://schemas.openxmlformats.org/officeDocument/2006/relationships/notesMaster" Target="/ppt/notesMasters/notesMaster1.xml" Id="R76a59376f8cc487d" /><Relationship Type="http://schemas.openxmlformats.org/officeDocument/2006/relationships/presProps" Target="/ppt/presProps.xml" Id="Rdbf735d82765429b" /><Relationship Type="http://schemas.openxmlformats.org/officeDocument/2006/relationships/tableStyles" Target="/ppt/tableStyles.xml" Id="R5f57db510d874acd" /><Relationship Type="http://schemas.openxmlformats.org/officeDocument/2006/relationships/slide" Target="/ppt/slides/slide1.xml" Id="R23c79fa572604b64" /><Relationship Type="http://schemas.openxmlformats.org/officeDocument/2006/relationships/slide" Target="/ppt/slides/slide2.xml" Id="Rc48f70dd4d6a410f" /><Relationship Type="http://schemas.openxmlformats.org/officeDocument/2006/relationships/slide" Target="/ppt/slides/slide3.xml" Id="R0714e93ec8cd4c87" /><Relationship Type="http://schemas.openxmlformats.org/officeDocument/2006/relationships/slide" Target="/ppt/slides/slide4.xml" Id="Redaa16be297a4d7d" /><Relationship Type="http://schemas.openxmlformats.org/officeDocument/2006/relationships/slide" Target="/ppt/slides/slide5.xml" Id="Rddea60dc2b7f47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dc0656f44c4c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0bf4a8927c4c2c" /><Relationship Type="http://schemas.openxmlformats.org/officeDocument/2006/relationships/notesMaster" Target="/ppt/notesMasters/notesMaster1.xml" Id="R8857855914984f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70215201f04df7" /><Relationship Type="http://schemas.openxmlformats.org/officeDocument/2006/relationships/notesMaster" Target="/ppt/notesMasters/notesMaster1.xml" Id="R6e5649bcfb004f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3b5b5de33149cd" /><Relationship Type="http://schemas.openxmlformats.org/officeDocument/2006/relationships/notesMaster" Target="/ppt/notesMasters/notesMaster1.xml" Id="R3287ac143da24e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f132ee8dd04fdf" /><Relationship Type="http://schemas.openxmlformats.org/officeDocument/2006/relationships/notesMaster" Target="/ppt/notesMasters/notesMaster1.xml" Id="R8900af59f75f4b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edffc0f0394881" /><Relationship Type="http://schemas.openxmlformats.org/officeDocument/2006/relationships/notesMaster" Target="/ppt/notesMasters/notesMaster1.xml" Id="Rafe7f6bf6c624e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ad66768ce649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4e215db9c64877" /><Relationship Type="http://schemas.openxmlformats.org/officeDocument/2006/relationships/slideLayout" Target="/ppt/slideLayouts/slideLayout1.xml" Id="R31e7d2bcda1745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e7d2bcda1745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49e8263fe4398" /><Relationship Type="http://schemas.openxmlformats.org/officeDocument/2006/relationships/notesSlide" Target="/ppt/notesSlides/notesSlide1.xml" Id="R733ad0b72a0549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c669749d84eec" /><Relationship Type="http://schemas.openxmlformats.org/officeDocument/2006/relationships/notesSlide" Target="/ppt/notesSlides/notesSlide2.xml" Id="Rcf3c1afa1de94d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0c3b41ce74c85" /><Relationship Type="http://schemas.openxmlformats.org/officeDocument/2006/relationships/notesSlide" Target="/ppt/notesSlides/notesSlide3.xml" Id="Rfe7023708b614e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eacd1f6124661" /><Relationship Type="http://schemas.openxmlformats.org/officeDocument/2006/relationships/notesSlide" Target="/ppt/notesSlides/notesSlide4.xml" Id="R2c8255aef9ff41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f8791f4014609" /><Relationship Type="http://schemas.openxmlformats.org/officeDocument/2006/relationships/notesSlide" Target="/ppt/notesSlides/notesSlide5.xml" Id="R215fd35b108840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9A9CD-F848-4D82-8A60-C0942213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33B"/>
          </a:solidFill>
          <a:ln xmlns:a="http://schemas.openxmlformats.org/drawingml/2006/main" w="0">
            <a:solidFill>
              <a:srgbClr val="11233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1F448F-57E4-4D04-8056-3D05B817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938"/>
          </a:solidFill>
          <a:ln xmlns:a="http://schemas.openxmlformats.org/drawingml/2006/main" w="0">
            <a:solidFill>
              <a:srgbClr val="C8893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2F5742-50DA-4C9B-A681-D5CDC0E6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DEBEE"/>
                </a:solidFill>
              </a:defRPr>
            </a:pPr>
            <a:r>
              <a:rPr sz="1050" b="1">
                <a:solidFill>
                  <a:srgbClr val="DDEBEE"/>
                </a:solidFill>
              </a:rPr>
              <a:t>PORTFOLIO SERIES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84E87-7F10-4670-916D-17E738EA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1028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82633"/>
                </a:solidFill>
              </a:defRPr>
            </a:pPr>
            <a:r>
              <a:rPr sz="4050" b="1">
                <a:solidFill>
                  <a:srgbClr val="182633"/>
                </a:solidFill>
              </a:rPr>
              <a:t>Club and event initiatives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0A178D-3B5C-41AF-A02A-5CA082EF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1717C"/>
                </a:solidFill>
              </a:defRPr>
            </a:pPr>
            <a:r>
              <a:rPr sz="1800" b="0">
                <a:solidFill>
                  <a:srgbClr val="61717C"/>
                </a:solidFill>
              </a:rPr>
              <a:t>Makers Club, workshop and campus-event work organised by the activity.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5BEF4-911C-4C2B-A92C-84543B04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C6E7A"/>
                </a:solidFill>
              </a:defRPr>
            </a:pPr>
            <a:r>
              <a:rPr sz="900" b="1">
                <a:solidFill>
                  <a:srgbClr val="2C6E7A"/>
                </a:solidFill>
              </a:rPr>
              <a:t>PROJECT RECORD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E4D88-ED6D-46E0-B55B-AB6E47A1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3810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1717C"/>
                </a:solidFill>
              </a:defRPr>
            </a:pPr>
            <a:r>
              <a:rPr sz="750" b="1">
                <a:solidFill>
                  <a:srgbClr val="61717C"/>
                </a:solidFill>
              </a:rPr>
              <a:t>PORTFOLIO SERIES  /  01</a:t>
            </a:r>
          </a:p>
        </p:txBody>
      </p:sp>
    </p:spTree>
    <p:extLst>
      <p:ext uri="{BB962C8B-B14F-4D97-AF65-F5344CB8AC3E}">
        <p14:creationId xmlns:p14="http://schemas.microsoft.com/office/powerpoint/2010/main" val="7616350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5DF0C7-9711-4B7B-9C7F-5534FF31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938"/>
          </a:solidFill>
          <a:ln xmlns:a="http://schemas.openxmlformats.org/drawingml/2006/main" w="0">
            <a:solidFill>
              <a:srgbClr val="C889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B6ABAC-0F35-4326-AC18-97227639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C6E7A"/>
                </a:solidFill>
              </a:defRPr>
            </a:pPr>
            <a:r>
              <a:rPr sz="900" b="1">
                <a:solidFill>
                  <a:srgbClr val="2C6E7A"/>
                </a:solidFill>
              </a:rPr>
              <a:t>CONTENTS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F154B-D898-42A2-9FD8-B900BBD7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633"/>
                </a:solidFill>
              </a:defRPr>
            </a:pPr>
            <a:r>
              <a:rPr sz="2850" b="1">
                <a:solidFill>
                  <a:srgbClr val="182633"/>
                </a:solidFill>
              </a:rPr>
              <a:t>Contents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57060D-564F-499E-BB6D-5F24D946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31C31-46D4-42F7-AD73-0FBD5EC1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3810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1717C"/>
                </a:solidFill>
              </a:defRPr>
            </a:pPr>
            <a:r>
              <a:rPr sz="750" b="1">
                <a:solidFill>
                  <a:srgbClr val="61717C"/>
                </a:solidFill>
              </a:rPr>
              <a:t>PORTFOLIO SERIES  / 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D0D27-D15B-428A-9295-85E342F3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7C"/>
                </a:solidFill>
              </a:defRPr>
            </a:pPr>
            <a:r>
              <a:rPr sz="1350" b="0">
                <a:solidFill>
                  <a:srgbClr val="61717C"/>
                </a:solidFill>
              </a:rPr>
              <a:t>Sections are arranged in the order shown below.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BC1C7-7EA7-45C7-8E3C-1E3333AA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88938"/>
                </a:solidFill>
              </a:defRPr>
            </a:pPr>
            <a:r>
              <a:rPr sz="1425" b="1">
                <a:solidFill>
                  <a:srgbClr val="C88938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641FC-3B1B-4011-8248-2A1A2F98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670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633"/>
                </a:solidFill>
              </a:defRPr>
            </a:pPr>
            <a:r>
              <a:rPr sz="1875" b="1">
                <a:solidFill>
                  <a:srgbClr val="182633"/>
                </a:solidFill>
              </a:rPr>
              <a:t>Club operations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33A307-334E-436C-BFC5-1270F865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33725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D17E80-C50C-4AEE-A002-414BA629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88938"/>
                </a:solidFill>
              </a:defRPr>
            </a:pPr>
            <a:r>
              <a:rPr sz="1425" b="1">
                <a:solidFill>
                  <a:srgbClr val="C8893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47EFEA-2A17-41D8-9D12-EB14DAEF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7185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633"/>
                </a:solidFill>
              </a:defRPr>
            </a:pPr>
            <a:r>
              <a:rPr sz="1875" b="1">
                <a:solidFill>
                  <a:srgbClr val="182633"/>
                </a:solidFill>
              </a:rPr>
              <a:t>Training and workshops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DD42C0-BFB7-4E1F-BD08-1BD1FA25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38575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CFF6D9-522B-4FD6-9070-78D2D6AA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88938"/>
                </a:solidFill>
              </a:defRPr>
            </a:pPr>
            <a:r>
              <a:rPr sz="1425" b="1">
                <a:solidFill>
                  <a:srgbClr val="C88938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37D803-B60B-4A62-A58D-616D7DAB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767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633"/>
                </a:solidFill>
              </a:defRPr>
            </a:pPr>
            <a:r>
              <a:rPr sz="1875" b="1">
                <a:solidFill>
                  <a:srgbClr val="182633"/>
                </a:solidFill>
              </a:rPr>
              <a:t>Event planning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58A605-1E7C-4095-88CC-AF95265D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43425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971627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87891A-E44B-4656-9833-B12A31AE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938"/>
          </a:solidFill>
          <a:ln xmlns:a="http://schemas.openxmlformats.org/drawingml/2006/main" w="0">
            <a:solidFill>
              <a:srgbClr val="C889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29B65-B591-47FD-B218-8203B665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C6E7A"/>
                </a:solidFill>
              </a:defRPr>
            </a:pPr>
            <a:r>
              <a:rPr sz="900" b="1">
                <a:solidFill>
                  <a:srgbClr val="2C6E7A"/>
                </a:solidFill>
              </a:rPr>
              <a:t>CLUB AND EVENT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C9B879-CEE0-4D1D-8D4D-F9185416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633"/>
                </a:solidFill>
              </a:defRPr>
            </a:pPr>
            <a:r>
              <a:rPr sz="2850" b="1">
                <a:solidFill>
                  <a:srgbClr val="182633"/>
                </a:solidFill>
              </a:rPr>
              <a:t>Club and event work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7E4A1-C152-45CE-9BD9-F9D69AA8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E61B3-424F-4FFD-B104-81BD2C4E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3810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1717C"/>
                </a:solidFill>
              </a:defRPr>
            </a:pPr>
            <a:r>
              <a:rPr sz="750" b="1">
                <a:solidFill>
                  <a:srgbClr val="61717C"/>
                </a:solidFill>
              </a:rPr>
              <a:t>PORTFOLIO SERIES  / 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25EEE0-0CD7-4335-B620-0EFE834B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B9F338-686D-44E5-BD6D-852E29E3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955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Makers Club governance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DE590-A7F9-4B49-842E-6C387C04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098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General meetings, minutes and officer documentation for the club’s operating cycle.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664815-7B5F-477F-80C1-CF334A51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4206F-ECCD-4503-80E9-9396693B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96890-33C5-4BDC-8508-BF68AA0C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622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Biweekly training programme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413ED4-7D98-40AA-8C34-AB672AB2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766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A programme covering Arduino, programming, CAD and collaborative technical learning.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C9F968-F831-4C2F-850B-BBAC4D66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4332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FB2B70-C6D8-4CE0-9270-17C8ED28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4F2055-323C-4628-9BFE-CDA93D14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2024 recruitment activity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A6689-DE66-477D-ACBE-3F287926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4337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A recruitment event concept featuring a club introduction and a wire-loop game.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8F173D-C59B-4F6B-97E9-DBA86C01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4E5E28-24E9-45B8-8E75-F10D86E9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148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55C947-86BB-4624-A70B-FE1F0015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958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Arduino Workshop 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CD2926-9C5A-4BDF-8C1F-AFA2606C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101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An introductory session on setup, blink and fade programs, inputs, tone output and analogue exercises.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2EE425-68BB-455E-BA40-65409D2A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768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61756D-EA6E-494F-8CAD-09DDF48C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0C186D-FD00-4581-A33D-35160432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626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Arduino Workshop 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F5103A-39A4-4D52-B56F-FA5CE5FC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769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A follow-up session on analogue input, sensors, games and team modification activities.</a:t>
            </a:r>
          </a:p>
        </p:txBody>
      </p:sp>
    </p:spTree>
    <p:extLst>
      <p:ext uri="{BB962C8B-B14F-4D97-AF65-F5344CB8AC3E}">
        <p14:creationId xmlns:p14="http://schemas.microsoft.com/office/powerpoint/2010/main" val="891839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61D697-DA77-4BE6-9F96-C86F8852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938"/>
          </a:solidFill>
          <a:ln xmlns:a="http://schemas.openxmlformats.org/drawingml/2006/main" w="0">
            <a:solidFill>
              <a:srgbClr val="C889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E2CB7-EB7C-4EC1-B436-1F38AFC6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C6E7A"/>
                </a:solidFill>
              </a:defRPr>
            </a:pPr>
            <a:r>
              <a:rPr sz="900" b="1">
                <a:solidFill>
                  <a:srgbClr val="2C6E7A"/>
                </a:solidFill>
              </a:rPr>
              <a:t>CLUB AND EVENT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4F5DFB-5678-462B-9720-D217DF26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633"/>
                </a:solidFill>
              </a:defRPr>
            </a:pPr>
            <a:r>
              <a:rPr sz="2850" b="1">
                <a:solidFill>
                  <a:srgbClr val="182633"/>
                </a:solidFill>
              </a:rPr>
              <a:t>Club and event work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04613-B36B-4642-A1A0-5D047A2C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9518B-7DF8-4411-9F5C-0EE6238B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3810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1717C"/>
                </a:solidFill>
              </a:defRPr>
            </a:pPr>
            <a:r>
              <a:rPr sz="750" b="1">
                <a:solidFill>
                  <a:srgbClr val="61717C"/>
                </a:solidFill>
              </a:rPr>
              <a:t>PORTFOLIO SERIES  / 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792C01-9264-4676-AD2B-1027D15A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2739DB-A6EA-49C1-8152-7D66B240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955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Kuantan and STEM planning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4E1797-77A1-428F-B1E8-33AF1F5E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098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Planning materials for outreach, programme logistics, school contact and committee coordination.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0CA714-9C2C-48AB-A7AF-2AABC4FA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D8AC86-F43F-4687-B1B2-CB77D3F1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07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AE8482-14E9-4FCD-A8B9-90CC66F3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622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Training programme design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B5A426-0561-4388-A512-BAD0B081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766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A multi-day programme covering CAD, sensors, communication and motor control, with an Onshape tutorial.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531205-DF10-4C4B-87E8-265B4211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4332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9C3855-45A5-4226-9110-1F9BAFB1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08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23C0AF-9253-4074-BE0D-B5D15A57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Arduino practical materials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A2F977-5FE1-4B18-A7D5-DF68AD7B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4337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Reusable Arduino examples for motors, gyroscopes, lasers, cutters and sensor exercises.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6E9F20-2E5B-41EC-AAD4-B9239E7D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3B872F-D26B-4FB0-8343-2B3A967F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148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09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C5E6C3-EC32-43BB-9D30-11EF43BF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958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Annual General Meeting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751AEA-DC5A-4523-81D3-F3888D28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101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Meeting and income-statement material for an AGM governance cycle.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DF634B-714D-49D6-8B0C-A549321D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768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DF3DD6-4606-43F7-ACFC-480D9E64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4F7EB5-8777-4CE8-A2C4-03B54AB0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626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2026 recruitment display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2CFACA-1F96-4695-9AFE-A34E28B7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769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A physical display built around printable phone-support and display components.</a:t>
            </a:r>
          </a:p>
        </p:txBody>
      </p:sp>
    </p:spTree>
    <p:extLst>
      <p:ext uri="{BB962C8B-B14F-4D97-AF65-F5344CB8AC3E}">
        <p14:creationId xmlns:p14="http://schemas.microsoft.com/office/powerpoint/2010/main" val="1780594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7B9DFD-D295-4F64-889C-28BDF634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938"/>
          </a:solidFill>
          <a:ln xmlns:a="http://schemas.openxmlformats.org/drawingml/2006/main" w="0">
            <a:solidFill>
              <a:srgbClr val="C889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07C625-261A-4E94-9830-4128B91C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C6E7A"/>
                </a:solidFill>
              </a:defRPr>
            </a:pPr>
            <a:r>
              <a:rPr sz="900" b="1">
                <a:solidFill>
                  <a:srgbClr val="2C6E7A"/>
                </a:solidFill>
              </a:rPr>
              <a:t>CLUB AND EVENT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A9A7B-6910-44AB-BFAF-5291E3D6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633"/>
                </a:solidFill>
              </a:defRPr>
            </a:pPr>
            <a:r>
              <a:rPr sz="2850" b="1">
                <a:solidFill>
                  <a:srgbClr val="182633"/>
                </a:solidFill>
              </a:rPr>
              <a:t>Club and event work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7C7FD-826F-4585-B04A-5938C353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8B88E-2583-479E-BB7C-B11CB191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3810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1717C"/>
                </a:solidFill>
              </a:defRPr>
            </a:pPr>
            <a:r>
              <a:rPr sz="750" b="1">
                <a:solidFill>
                  <a:srgbClr val="61717C"/>
                </a:solidFill>
              </a:rPr>
              <a:t>PORTFOLIO SERIES  / 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625541-F07C-4D86-8C8C-129233A3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5BC554-25AB-47F5-8C50-C0D75ADC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955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Soft Skill Festival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DFBA6F-DB0F-461A-A062-5171D5E4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098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Sponsor-outreach and appreciation material for a campus festival.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25968-6521-4784-B52D-1928D1A9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5B8EF8-4413-4ACE-8211-76517062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479011-E236-4E72-80B4-3420C360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622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SASSP planning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2EE15A-2BDF-4117-B682-0599A9C1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766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Event-design drafts and planning documents.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CDB127-8862-4D62-B73C-401BBE53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4332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685077-348F-4177-9C49-CB0225EB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13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C364E6-F147-48AB-AD9F-1665186A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Interactive exhibition proposal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A497C5-37E5-46E4-8436-98E1BD13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4337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A cross-age exhibition using question boards, task stations, cards and anonymised responses.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D74C1C-EB1D-4CAF-A1A7-7628FFA8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15815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2026-08-27T02:23:03.4540000Z</dcterms:created>
  <dcterms:modified xsi:type="dcterms:W3CDTF">2026-08-27T02:23:03.4540000Z</dcterms:modified>
</coreProperties>
</file>